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4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20CDBFA-3603-645A-9EB2-BF18E33B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23B8327-55E4-1536-B4F6-FBD74A1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715BB0C-9460-BD86-EFB3-AB6659C2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02C60DD-6F9A-8C55-2C9B-5C4E70A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3D434C2-C539-549B-C05C-B98518AC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D661F88-B833-1200-D3CF-EE837B0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CC8CB8E-71BD-E0B3-64CF-7417B33B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27AA232-E33E-8A21-389D-F57473C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33C86FC-555E-1772-0A31-2E81D8C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4983072-3545-FC11-E0FE-8FC24CF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5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E07C800-8FF8-1209-480E-6D31FB4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BA770BE-4704-DD13-E41C-FDF47C5A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CAB303D-4232-4156-EED1-1723C75B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74DEFFC-4535-7746-363E-449CCC4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23B1815-6E61-12F0-67C6-5391B7A7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71973CA-2221-B6BA-247A-67888D17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8A66AE0-2950-2E07-2ADF-40ECF430F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5B1802A0-C2B1-90B6-E2F4-4DA17A2E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1FC01AE-CCB7-63D9-CBBB-F645B0F4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FE62A61-4168-26CC-93B3-683820DD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634E477-B40D-8D3E-6DC2-1AC9B03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4865982-7856-A120-897F-D7047306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38D52EB-C6C9-14DB-C39F-05A13FAA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F9939C4-C3A8-5DC6-5A03-4E06E5BD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94451D85-6826-075A-E2DD-716FBE57B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DCA66085-DC5D-ED87-50D6-6609036B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DB8002D5-A8B9-4663-693D-1324409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9A5C1A38-7DB7-27B3-EE2B-0FA8A1EA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69C0E241-9EDE-42DD-B32D-8D7A259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2A3C722-C2C3-AD81-3B33-2523784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CF7C2B20-69F1-93CB-4468-49A7AC7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E4F5AEDF-21FC-20A9-A97C-010FF73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54A905B7-E5B8-FCA6-C612-AD126D9F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9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B75F24FB-A0D9-0867-6BDA-FAA10E8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0528FC46-75DF-0D30-C8E5-88F2C536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FCC571C-B718-3EBF-2B95-85CEF876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F9056D2-DEB1-30AE-51E1-EE91F66C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25EAE68-FA8B-41E2-E3FB-36A46A15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73C4BCD-7C3D-22E6-24BE-7467A75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643662B-AE05-9268-0E56-CD679C6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6C6A849-17CD-A798-9990-6220B27F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18D7318-CA5C-54BF-3E83-9C376735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3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3EA8056-573E-5E0D-778E-4DE41CB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49A09817-F19E-6A4F-5FF8-2F3D3AAF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5E0419C-229C-2594-B804-6EA90088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1F38213C-4F0F-7E55-13F1-BAAD4095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47548F3-EEE0-2CB0-0510-48D1CC2F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2F2A5B8-D47F-A235-0038-FCFC9CC9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9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BC7D78-8517-28DA-A27A-D8FFDBD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DE0457C4-E215-0637-C3AF-8C3D1FCB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0202C78-9EFE-DF28-A614-944782AD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01652D1-928F-44A9-D700-AA5F4C04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E23B83E-DE60-62A4-DDC6-0166638E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4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6C2510F1-7BC3-31D7-0266-19EAE7F7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89A19C68-55AF-AAF3-C65B-31A5C1D0E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32AE636-CB51-D73D-DDB9-04342DE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4ABDAD9-6500-E41D-1CBB-7FC9126F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C568266-F247-C64C-3559-6A0C244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2B916DC5-6480-E0BC-F1F7-D7E605F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E45A303-F574-AA86-3F6C-B592CDEE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5335D02-92E6-CE42-BFE8-8029C2A4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B90A4AE-F6D4-1200-163D-1FE1D2E8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EAA569D-EF3A-0E41-7F3B-0EDD07E67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4022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0" y="2634738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</p:spTree>
    <p:extLst>
      <p:ext uri="{BB962C8B-B14F-4D97-AF65-F5344CB8AC3E}">
        <p14:creationId xmlns:p14="http://schemas.microsoft.com/office/powerpoint/2010/main" val="428853024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022" y="879566"/>
            <a:ext cx="10461783" cy="575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26839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525" y="836297"/>
            <a:ext cx="10378114" cy="58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19717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937" y="914204"/>
            <a:ext cx="10761291" cy="5943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695337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540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381840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</a:t>
            </a:r>
            <a:r>
              <a:rPr lang="en-IN" sz="2400" b="1" kern="100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vs </a:t>
            </a:r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KPI’s</a:t>
            </a:r>
          </a:p>
          <a:p>
            <a:endParaRPr lang="en-IN" sz="12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1966615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5340642-52BE-80AC-4C5E-F8F223F9BB8F}"/>
              </a:ext>
            </a:extLst>
          </p:cNvPr>
          <p:cNvSpPr txBox="1"/>
          <p:nvPr/>
        </p:nvSpPr>
        <p:spPr>
          <a:xfrm>
            <a:off x="228599" y="4159439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</a:p>
          <a:p>
            <a:pPr algn="just">
              <a:spcAft>
                <a:spcPts val="800"/>
              </a:spcAft>
            </a:pPr>
            <a:r>
              <a:rPr lang="en-IN" sz="1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IN" sz="19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3: DETAILS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b="1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endParaRPr lang="en-IN" sz="2000" b="1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objective of the Details Dashboard is to provide a comprehensive and user-friendly interface for accessing vital loan data. It will serve as a one-stop solution for users seeking detailed insights into our loan portfolio, borrower profiles, and loan performance.</a:t>
            </a:r>
            <a:endParaRPr lang="en-IN" sz="2000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897694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645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Lato Black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Microsoft account</cp:lastModifiedBy>
  <cp:revision>16</cp:revision>
  <dcterms:created xsi:type="dcterms:W3CDTF">2023-10-07T01:44:58Z</dcterms:created>
  <dcterms:modified xsi:type="dcterms:W3CDTF">2026-09-15T12:17:41Z</dcterms:modified>
</cp:coreProperties>
</file>